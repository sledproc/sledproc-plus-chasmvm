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8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2400" b="0" i="0" u="none" baseline="0">
        <a:solidFill>
          <a:schemeClr val="tx1"/>
        </a:solidFill>
        <a:effectLst/>
        <a:latin typeface="Arial" pitchFamily="-96" charset="0"/>
        <a:ea typeface="ＭＳ Ｐゴシック" pitchFamily="-96" charset="-128"/>
      </a:defRPr>
    </a:lvl1pPr>
    <a:lvl2pPr marL="4572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2400" b="0" i="0" u="none" baseline="0">
        <a:solidFill>
          <a:schemeClr val="tx1"/>
        </a:solidFill>
        <a:effectLst/>
        <a:latin typeface="Arial" pitchFamily="-96" charset="0"/>
        <a:ea typeface="ＭＳ Ｐゴシック" pitchFamily="-96" charset="-128"/>
      </a:defRPr>
    </a:lvl2pPr>
    <a:lvl3pPr marL="9144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2400" b="0" i="0" u="none" baseline="0">
        <a:solidFill>
          <a:schemeClr val="tx1"/>
        </a:solidFill>
        <a:effectLst/>
        <a:latin typeface="Arial" pitchFamily="-96" charset="0"/>
        <a:ea typeface="ＭＳ Ｐゴシック" pitchFamily="-96" charset="-128"/>
      </a:defRPr>
    </a:lvl3pPr>
    <a:lvl4pPr marL="13716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2400" b="0" i="0" u="none" baseline="0">
        <a:solidFill>
          <a:schemeClr val="tx1"/>
        </a:solidFill>
        <a:effectLst/>
        <a:latin typeface="Arial" pitchFamily="-96" charset="0"/>
        <a:ea typeface="ＭＳ Ｐゴシック" pitchFamily="-96" charset="-128"/>
      </a:defRPr>
    </a:lvl4pPr>
    <a:lvl5pPr marL="18288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2400" b="0" i="0" u="none" baseline="0">
        <a:solidFill>
          <a:schemeClr val="tx1"/>
        </a:solidFill>
        <a:effectLst/>
        <a:latin typeface="Arial" pitchFamily="-96" charset="0"/>
        <a:ea typeface="ＭＳ Ｐゴシック" pitchFamily="-96" charset="-128"/>
      </a:defRPr>
    </a:lvl5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 varScale="1">
        <p:scale>
          <a:sx n="77" d="100"/>
          <a:sy n="77" d="100"/>
        </p:scale>
        <p:origin x="0" y="0"/>
      </p:cViewPr>
    </p:cSldViewPr>
  </p:slideViewPr>
  <p:notesViewPr>
    <p:cSldViewPr>
      <p:cViewPr varScale="1"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notesMaster" Target="notesMasters/notesMaster1.xml" /><Relationship Id="rId3" Type="http://schemas.openxmlformats.org/officeDocument/2006/relationships/slide" Target="slides/slide1.xml" /><Relationship Id="rId4" Type="http://schemas.openxmlformats.org/officeDocument/2006/relationships/tags" Target="tags/tag18.xml" /><Relationship Id="rId5" Type="http://schemas.openxmlformats.org/officeDocument/2006/relationships/presProps" Target="presProps.xml" /><Relationship Id="rId6" Type="http://schemas.openxmlformats.org/officeDocument/2006/relationships/viewProps" Target="viewProps.xml" /><Relationship Id="rId7" Type="http://schemas.openxmlformats.org/officeDocument/2006/relationships/theme" Target="theme/theme1.xml" /><Relationship Id="rId8" Type="http://schemas.openxmlformats.org/officeDocument/2006/relationships/tableStyles" Target="tableStyles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Pr>
        <a:solidFill>
          <a:schemeClr val="bg1"/>
        </a:solidFill>
      </p:bgPr>
    </p:bg>
    <p:spTree>
      <p:nvGrpSpPr>
        <p:cNvPr id="1" name="" title=""/>
        <p:cNvGrpSpPr/>
        <p:nvPr/>
      </p:nvGrpSpPr>
      <p:grpSpPr/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/>
                <a:cs typeface="ＭＳ Ｐゴシック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/>
                <a:cs typeface="ＭＳ Ｐゴシック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13316" name="Rectangle 4" title="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prstClr val="black"/>
            </a:solidFill>
            <a:miter lim="800000"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10" charset="0"/>
                <a:ea typeface="ＭＳ Ｐゴシック" pitchFamily="-110" charset="-128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10" charset="0"/>
                <a:ea typeface="ＭＳ Ｐゴシック" pitchFamily="-110" charset="-128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10" charset="0"/>
                <a:ea typeface="ＭＳ Ｐゴシック" pitchFamily="-110" charset="-128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10" charset="0"/>
                <a:ea typeface="ＭＳ Ｐゴシック" pitchFamily="-110" charset="-128"/>
                <a:cs typeface="+mn-cs"/>
              </a:rPr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/>
                <a:cs typeface="ＭＳ Ｐゴシック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anchor="b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5pPr>
          </a:lstStyle>
          <a:p>
            <a:pPr marL="0" lvl="0" indent="0" algn="r"/>
            <a:fld id="{95FD6FB8-7331-4CD6-AEC7-807B7700F49C}" type="slidenum">
              <a:rPr sz="1200"/>
              <a:t>‹#›</a:t>
            </a:fld>
            <a:endParaRPr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15361" name="Slide Image Placeholder 1" title="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noFill/>
          <a:ln>
            <a:miter lim="800000"/>
          </a:ln>
        </p:spPr>
      </p:sp>
      <p:sp>
        <p:nvSpPr>
          <p:cNvPr id="15362" name="Notes Placeholder 2" title=""/>
          <p:cNvSpPr>
            <a:spLocks noGrp="1"/>
          </p:cNvSpPr>
          <p:nvPr>
            <p:ph type="body" idx="3"/>
          </p:nvPr>
        </p:nvSpPr>
        <p:spPr>
          <a:xfrm>
            <a:off x="914400" y="4343400"/>
            <a:ext cx="5029200" cy="4114800"/>
          </a:xfrm>
          <a:noFill/>
          <a:ln w="9525">
            <a:noFill/>
            <a:miter lim="800000"/>
          </a:ln>
        </p:spPr>
        <p:txBody>
          <a:bodyPr wrap="square" lIns="91440" tIns="45720" rIns="91440" bIns="45720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Arial" pitchFamily="-96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Arial" pitchFamily="-96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Arial" pitchFamily="-96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Arial" pitchFamily="-96" charset="0"/>
              </a:defRPr>
            </a:lvl5pPr>
          </a:lstStyle>
          <a:p>
            <a:pPr marL="0" indent="0"/>
          </a:p>
        </p:txBody>
      </p:sp>
      <p:sp>
        <p:nvSpPr>
          <p:cNvPr id="15363" name="Slide Number Placeholder 3" title=""/>
          <p:cNvSpPr txBox="1">
            <a:spLocks noGrp="1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5pPr>
          </a:lstStyle>
          <a:p>
            <a:pPr marL="0" lvl="0" indent="0" algn="r"/>
            <a:fld id="{9E8E42F1-F8D4-45D0-84EC-C0CAAB610EBC}" type="slidenum">
              <a:rPr sz="1200"/>
              <a:t>1</a:t>
            </a:fld>
            <a:endParaRPr sz="1200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.xml" /><Relationship Id="rId2" Type="http://schemas.openxmlformats.org/officeDocument/2006/relationships/tags" Target="../tags/tag2.xml" /><Relationship Id="rId3" Type="http://schemas.openxmlformats.org/officeDocument/2006/relationships/tags" Target="../tags/tag3.xml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5pPr>
          </a:lstStyle>
          <a:p>
            <a:pPr marL="0" lvl="0" indent="0" algn="r"/>
            <a:fld id="{492A6347-5E45-4663-8E52-93B9A04606AD}" type="slidenum">
              <a:rPr sz="1400"/>
              <a:t>‹#›</a:t>
            </a:fld>
            <a:endParaRPr sz="1400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5pPr>
          </a:lstStyle>
          <a:p>
            <a:pPr marL="0" lvl="0" indent="0" algn="r"/>
            <a:fld id="{492A6347-5E45-4663-8E52-93B9A04606AD}" type="slidenum">
              <a:rPr sz="1400"/>
              <a:t>‹#›</a:t>
            </a:fld>
            <a:endParaRPr sz="1400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5pPr>
          </a:lstStyle>
          <a:p>
            <a:pPr marL="0" lvl="0" indent="0" algn="r"/>
            <a:fld id="{492A6347-5E45-4663-8E52-93B9A04606AD}" type="slidenum">
              <a:rPr sz="1400"/>
              <a:t>‹#›</a:t>
            </a:fld>
            <a:endParaRPr sz="1400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5pPr>
          </a:lstStyle>
          <a:p>
            <a:pPr marL="0" lvl="0" indent="0" algn="r"/>
            <a:fld id="{492A6347-5E45-4663-8E52-93B9A04606AD}" type="slidenum">
              <a:rPr sz="1400"/>
              <a:t>‹#›</a:t>
            </a:fld>
            <a:endParaRPr sz="1400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5pPr>
          </a:lstStyle>
          <a:p>
            <a:pPr marL="0" lvl="0" indent="0" algn="r"/>
            <a:fld id="{492A6347-5E45-4663-8E52-93B9A04606AD}" type="slidenum">
              <a:rPr sz="1400"/>
              <a:t>‹#›</a:t>
            </a:fld>
            <a:endParaRPr sz="1400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5pPr>
          </a:lstStyle>
          <a:p>
            <a:pPr marL="0" lvl="0" indent="0" algn="r"/>
            <a:fld id="{492A6347-5E45-4663-8E52-93B9A04606AD}" type="slidenum">
              <a:rPr sz="1400"/>
              <a:t>‹#›</a:t>
            </a:fld>
            <a:endParaRPr sz="1400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  <p:custDataLst>
              <p:tags r:id="rId1"/>
            </p:custDataLst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  <p:custDataLst>
              <p:tags r:id="rId2"/>
            </p:custDataLst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5pPr>
          </a:lstStyle>
          <a:p>
            <a:pPr marL="0" lvl="0" indent="0" algn="r"/>
            <a:fld id="{492A6347-5E45-4663-8E52-93B9A04606AD}" type="slidenum">
              <a:rPr sz="1400"/>
              <a:t>‹#›</a:t>
            </a:fld>
            <a:endParaRPr sz="1400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5pPr>
          </a:lstStyle>
          <a:p>
            <a:pPr marL="0" lvl="0" indent="0" algn="r"/>
            <a:fld id="{492A6347-5E45-4663-8E52-93B9A04606AD}" type="slidenum">
              <a:rPr sz="1400"/>
              <a:t>‹#›</a:t>
            </a:fld>
            <a:endParaRPr sz="1400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5pPr>
          </a:lstStyle>
          <a:p>
            <a:pPr marL="0" lvl="0" indent="0" algn="r"/>
            <a:fld id="{492A6347-5E45-4663-8E52-93B9A04606AD}" type="slidenum">
              <a:rPr sz="1400"/>
              <a:t>‹#›</a:t>
            </a:fld>
            <a:endParaRPr sz="1400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5pPr>
          </a:lstStyle>
          <a:p>
            <a:pPr marL="0" lvl="0" indent="0" algn="r"/>
            <a:fld id="{492A6347-5E45-4663-8E52-93B9A04606AD}" type="slidenum">
              <a:rPr sz="1400"/>
              <a:t>‹#›</a:t>
            </a:fld>
            <a:endParaRPr sz="1400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5pPr>
          </a:lstStyle>
          <a:p>
            <a:pPr marL="0" lvl="0" indent="0" algn="r"/>
            <a:fld id="{492A6347-5E45-4663-8E52-93B9A04606AD}" type="slidenum">
              <a:rPr sz="1400"/>
              <a:t>‹#›</a:t>
            </a:fld>
            <a:endParaRPr sz="1400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ags" Target="../tags/tag4.xml" /><Relationship Id="rId13" Type="http://schemas.openxmlformats.org/officeDocument/2006/relationships/tags" Target="../tags/tag5.xml" /><Relationship Id="rId14" Type="http://schemas.openxmlformats.org/officeDocument/2006/relationships/tags" Target="../tags/tag6.xml" /><Relationship Id="rId15" Type="http://schemas.openxmlformats.org/officeDocument/2006/relationships/tags" Target="../tags/tag7.xml" /><Relationship Id="rId16" Type="http://schemas.openxmlformats.org/officeDocument/2006/relationships/tags" Target="../tags/tag8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 title=""/>
        <p:cNvGrpSpPr/>
        <p:nvPr/>
      </p:nvGrpSpPr>
      <p:grpSpPr/>
      <p:sp>
        <p:nvSpPr>
          <p:cNvPr id="1026" name="Rectangle 2" title="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4400" b="0" i="0" u="none" baseline="0">
                <a:solidFill>
                  <a:schemeClr val="tx2"/>
                </a:solidFill>
                <a:latin typeface="Arial" pitchFamily="-96" charset="0"/>
                <a:ea typeface="ＭＳ Ｐゴシック" pitchFamily="-96" charset="-128"/>
                <a:cs typeface="+mj-cs"/>
              </a:defRPr>
            </a:lvl1pPr>
          </a:lstStyle>
          <a:p>
            <a:pPr lvl="0"/>
            <a:r>
              <a:t>Click to edit Master title style</a:t>
            </a:r>
          </a:p>
        </p:txBody>
      </p:sp>
      <p:sp>
        <p:nvSpPr>
          <p:cNvPr id="1027" name="Rectangle 3" title="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32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lang="en-US" altLang="en-US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lang="en-US" altLang="en-US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lang="en-US" altLang="en-US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lang="en-US" altLang="en-US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  <p:custDataLst>
              <p:tags r:id="rId14"/>
            </p:custDataLst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  <p:custDataLst>
              <p:tags r:id="rId15"/>
            </p:custDataLst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/>
                <a:cs typeface="ＭＳ Ｐゴシック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  <p:custDataLst>
              <p:tags r:id="rId16"/>
            </p:custDataLst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5pPr>
          </a:lstStyle>
          <a:p>
            <a:pPr marL="0" lvl="0" indent="0" algn="r"/>
            <a:fld id="{492A6347-5E45-4663-8E52-93B9A04606AD}" type="slidenum">
              <a:rPr sz="1400"/>
              <a:t>‹#›</a:t>
            </a:fld>
            <a:endParaRPr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marL="0" indent="0" algn="ctr" defTabSz="914400" rtl="0" eaLnBrk="0" fontAlgn="base" hangingPunct="0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4400" b="0" i="0" u="none" baseline="0">
          <a:solidFill>
            <a:schemeClr val="tx2"/>
          </a:solidFill>
          <a:effectLst/>
          <a:latin typeface="Arial" pitchFamily="-96" charset="0"/>
          <a:ea typeface="ＭＳ Ｐゴシック" pitchFamily="-96" charset="-128"/>
          <a:cs typeface="+mj-cs"/>
        </a:defRPr>
      </a:lvl1pPr>
    </p:titleStyle>
    <p:bodyStyle>
      <a:lvl1pPr marL="342900" indent="-34290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•"/>
        <a:defRPr kumimoji="0" sz="3200" b="0" i="0" u="none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–"/>
        <a:defRPr kumimoji="0" sz="2800" b="0" i="0" u="none" baseline="0">
          <a:solidFill>
            <a:schemeClr val="tx1"/>
          </a:solidFill>
          <a:effectLst/>
          <a:latin typeface="+mn-lt"/>
          <a:ea typeface="+mn-ea"/>
        </a:defRPr>
      </a:lvl2pPr>
      <a:lvl3pPr marL="1143000" indent="-22860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•"/>
        <a:defRPr kumimoji="0" sz="2400" b="0" i="0" u="none" baseline="0">
          <a:solidFill>
            <a:schemeClr val="tx1"/>
          </a:solidFill>
          <a:effectLst/>
          <a:latin typeface="+mn-lt"/>
          <a:ea typeface="+mn-ea"/>
        </a:defRPr>
      </a:lvl3pPr>
      <a:lvl4pPr marL="1600200" indent="-22860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–"/>
        <a:defRPr kumimoji="0" sz="2000" b="0" i="0" u="none" baseline="0">
          <a:solidFill>
            <a:schemeClr val="tx1"/>
          </a:solidFill>
          <a:effectLst/>
          <a:latin typeface="+mn-lt"/>
          <a:ea typeface="+mn-ea"/>
        </a:defRPr>
      </a:lvl4pPr>
      <a:lvl5pPr marL="2057400" indent="-22860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»"/>
        <a:defRPr kumimoji="0" sz="2000" b="0" i="0" u="none" baseline="0">
          <a:solidFill>
            <a:schemeClr val="tx1"/>
          </a:solidFill>
          <a:effectLst/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16.xml" /><Relationship Id="rId11" Type="http://schemas.openxmlformats.org/officeDocument/2006/relationships/tags" Target="../tags/tag17.xml" /><Relationship Id="rId2" Type="http://schemas.openxmlformats.org/officeDocument/2006/relationships/notesSlide" Target="../notesSlides/notesSlide1.xml" /><Relationship Id="rId3" Type="http://schemas.openxmlformats.org/officeDocument/2006/relationships/tags" Target="../tags/tag9.xml" /><Relationship Id="rId4" Type="http://schemas.openxmlformats.org/officeDocument/2006/relationships/tags" Target="../tags/tag10.xml" /><Relationship Id="rId5" Type="http://schemas.openxmlformats.org/officeDocument/2006/relationships/tags" Target="../tags/tag11.xml" /><Relationship Id="rId6" Type="http://schemas.openxmlformats.org/officeDocument/2006/relationships/tags" Target="../tags/tag12.xml" /><Relationship Id="rId7" Type="http://schemas.openxmlformats.org/officeDocument/2006/relationships/tags" Target="../tags/tag13.xml" /><Relationship Id="rId8" Type="http://schemas.openxmlformats.org/officeDocument/2006/relationships/tags" Target="../tags/tag14.xml" /><Relationship Id="rId9" Type="http://schemas.openxmlformats.org/officeDocument/2006/relationships/tags" Target="../tags/tag15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cxnSp>
        <p:nvCxnSpPr>
          <p:cNvPr id="14337" name="Line 4" title=""/>
          <p:cNvCxnSpPr/>
          <p:nvPr>
            <p:custDataLst>
              <p:tags r:id="rId3"/>
            </p:custDataLst>
          </p:nvPr>
        </p:nvCxnSpPr>
        <p:spPr>
          <a:xfrm flipH="1">
            <a:off x="31242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</a:ln>
        </p:spPr>
      </p:cxnSp>
      <p:cxnSp>
        <p:nvCxnSpPr>
          <p:cNvPr id="14338" name="Line 5" title=""/>
          <p:cNvCxnSpPr/>
          <p:nvPr>
            <p:custDataLst>
              <p:tags r:id="rId4"/>
            </p:custDataLst>
          </p:nvPr>
        </p:nvCxnSpPr>
        <p:spPr>
          <a:xfrm flipH="1">
            <a:off x="6324600" y="635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</a:ln>
        </p:spPr>
      </p:cxnSp>
      <p:sp>
        <p:nvSpPr>
          <p:cNvPr id="14339" name="Text Box 6" title=""/>
          <p:cNvSpPr txBox="1"/>
          <p:nvPr>
            <p:custDataLst>
              <p:tags r:id="rId5"/>
            </p:custDataLst>
          </p:nvPr>
        </p:nvSpPr>
        <p:spPr>
          <a:xfrm>
            <a:off x="609600" y="152400"/>
            <a:ext cx="1752600" cy="8223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5pPr>
          </a:lstStyle>
          <a:p>
            <a:pPr marL="0" lvl="0" indent="0" algn="ctr"/>
            <a:r>
              <a:t>Acquisition</a:t>
            </a:r>
          </a:p>
          <a:p>
            <a:pPr marL="0" lvl="0" indent="0" algn="ctr"/>
            <a:r>
              <a:t>Planning</a:t>
            </a:r>
          </a:p>
        </p:txBody>
      </p:sp>
      <p:sp>
        <p:nvSpPr>
          <p:cNvPr id="14340" name="Text Box 7" title=""/>
          <p:cNvSpPr txBox="1"/>
          <p:nvPr>
            <p:custDataLst>
              <p:tags r:id="rId6"/>
            </p:custDataLst>
          </p:nvPr>
        </p:nvSpPr>
        <p:spPr>
          <a:xfrm>
            <a:off x="3886200" y="152400"/>
            <a:ext cx="1752600" cy="8223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5pPr>
          </a:lstStyle>
          <a:p>
            <a:pPr marL="0" lvl="0" indent="0" algn="ctr"/>
            <a:r>
              <a:t>Contract</a:t>
            </a:r>
          </a:p>
          <a:p>
            <a:pPr marL="0" lvl="0" indent="0" algn="ctr"/>
            <a:r>
              <a:t>Formation</a:t>
            </a:r>
          </a:p>
        </p:txBody>
      </p:sp>
      <p:sp>
        <p:nvSpPr>
          <p:cNvPr id="14341" name="Text Box 8" title=""/>
          <p:cNvSpPr txBox="1"/>
          <p:nvPr>
            <p:custDataLst>
              <p:tags r:id="rId7"/>
            </p:custDataLst>
          </p:nvPr>
        </p:nvSpPr>
        <p:spPr>
          <a:xfrm>
            <a:off x="6553200" y="152400"/>
            <a:ext cx="2362200" cy="8223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5pPr>
          </a:lstStyle>
          <a:p>
            <a:pPr marL="0" lvl="0" indent="0" algn="ctr"/>
            <a:r>
              <a:t>Contract</a:t>
            </a:r>
          </a:p>
          <a:p>
            <a:pPr marL="0" lvl="0" indent="0" algn="ctr"/>
            <a:r>
              <a:t>Administration</a:t>
            </a:r>
          </a:p>
        </p:txBody>
      </p:sp>
      <p:cxnSp>
        <p:nvCxnSpPr>
          <p:cNvPr id="14342" name="Line 9" title=""/>
          <p:cNvCxnSpPr/>
          <p:nvPr/>
        </p:nvCxnSpPr>
        <p:spPr>
          <a:xfrm>
            <a:off x="0" y="1066800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</a:ln>
        </p:spPr>
      </p:cxnSp>
      <p:sp>
        <p:nvSpPr>
          <p:cNvPr id="14343" name="Text Box 10" title=""/>
          <p:cNvSpPr txBox="1"/>
          <p:nvPr>
            <p:custDataLst>
              <p:tags r:id="rId8"/>
            </p:custDataLst>
          </p:nvPr>
        </p:nvSpPr>
        <p:spPr>
          <a:xfrm>
            <a:off x="76200" y="1219200"/>
            <a:ext cx="3044825" cy="56324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5pPr>
          </a:lstStyle>
          <a:p>
            <a:pPr marL="0" lvl="0" indent="0">
              <a:buChar char="•"/>
            </a:pPr>
            <a:r>
              <a:rPr sz="1800"/>
              <a:t>Market Research</a:t>
            </a:r>
            <a:br>
              <a:rPr sz="1800"/>
            </a:br>
            <a:endParaRPr sz="1800"/>
          </a:p>
          <a:p>
            <a:pPr marL="0" lvl="0" indent="0">
              <a:buChar char="•"/>
            </a:pPr>
            <a:r>
              <a:rPr sz="1800"/>
              <a:t>Description of Requirement</a:t>
            </a:r>
            <a:endParaRPr sz="1800"/>
          </a:p>
          <a:p>
            <a:pPr marL="0" lvl="0" indent="0">
              <a:buChar char="•"/>
            </a:pPr>
            <a:endParaRPr sz="1800"/>
          </a:p>
          <a:p>
            <a:pPr marL="0" lvl="0" indent="0">
              <a:buChar char="•"/>
            </a:pPr>
            <a:r>
              <a:rPr sz="1800"/>
              <a:t>Commercial vs. Non-CI</a:t>
            </a:r>
            <a:br>
              <a:rPr sz="1800"/>
            </a:br>
            <a:endParaRPr sz="1800"/>
          </a:p>
          <a:p>
            <a:pPr marL="0" lvl="0" indent="0">
              <a:buChar char="•"/>
            </a:pPr>
            <a:r>
              <a:rPr sz="1800"/>
              <a:t>Competition or JOFOC</a:t>
            </a:r>
            <a:br>
              <a:rPr sz="1800"/>
            </a:br>
            <a:endParaRPr sz="1800"/>
          </a:p>
          <a:p>
            <a:pPr marL="0" lvl="0" indent="0">
              <a:buChar char="•"/>
            </a:pPr>
            <a:r>
              <a:rPr sz="1800"/>
              <a:t>Method of Procurement</a:t>
            </a:r>
            <a:br>
              <a:rPr sz="1800"/>
            </a:br>
            <a:endParaRPr sz="1800"/>
          </a:p>
          <a:p>
            <a:pPr marL="0" lvl="0" indent="0">
              <a:buChar char="•"/>
            </a:pPr>
            <a:r>
              <a:rPr sz="1800"/>
              <a:t>Source Selection Strategy</a:t>
            </a:r>
            <a:br>
              <a:rPr sz="1800"/>
            </a:br>
            <a:endParaRPr sz="1800"/>
          </a:p>
          <a:p>
            <a:pPr marL="0" lvl="0" indent="0">
              <a:buChar char="•"/>
            </a:pPr>
            <a:r>
              <a:rPr sz="1800"/>
              <a:t>Contract Type</a:t>
            </a:r>
            <a:br>
              <a:rPr sz="1800"/>
            </a:br>
            <a:endParaRPr sz="1800"/>
          </a:p>
          <a:p>
            <a:pPr marL="0" lvl="0" indent="0">
              <a:buChar char="•"/>
            </a:pPr>
            <a:r>
              <a:rPr sz="1800"/>
              <a:t>Socio-economic </a:t>
            </a:r>
            <a:endParaRPr sz="1800"/>
          </a:p>
          <a:p>
            <a:pPr marL="0" lvl="0" indent="0"/>
            <a:r>
              <a:rPr sz="1800"/>
              <a:t>considerations</a:t>
            </a:r>
            <a:endParaRPr sz="1800"/>
          </a:p>
          <a:p>
            <a:pPr marL="457200" lvl="1" indent="0">
              <a:buChar char="•"/>
            </a:pPr>
            <a:r>
              <a:rPr sz="1800"/>
              <a:t>Small Business</a:t>
            </a:r>
            <a:endParaRPr sz="1800"/>
          </a:p>
          <a:p>
            <a:pPr marL="457200" lvl="1" indent="0">
              <a:buChar char="•"/>
            </a:pPr>
            <a:r>
              <a:rPr sz="1800"/>
              <a:t>Required Sources</a:t>
            </a:r>
            <a:endParaRPr sz="1800"/>
          </a:p>
          <a:p>
            <a:pPr marL="457200" lvl="1" indent="0">
              <a:buChar char="•"/>
            </a:pPr>
            <a:r>
              <a:rPr sz="1800"/>
              <a:t>Labor Laws</a:t>
            </a:r>
            <a:endParaRPr sz="1800"/>
          </a:p>
          <a:p>
            <a:pPr marL="457200" lvl="1" indent="0">
              <a:buChar char="•"/>
            </a:pPr>
            <a:r>
              <a:rPr sz="1800"/>
              <a:t>Buy American Act</a:t>
            </a:r>
            <a:endParaRPr sz="1800"/>
          </a:p>
        </p:txBody>
      </p:sp>
      <p:sp>
        <p:nvSpPr>
          <p:cNvPr id="14344" name="Text Box 11" title=""/>
          <p:cNvSpPr txBox="1"/>
          <p:nvPr>
            <p:custDataLst>
              <p:tags r:id="rId9"/>
            </p:custDataLst>
          </p:nvPr>
        </p:nvSpPr>
        <p:spPr>
          <a:xfrm>
            <a:off x="3276600" y="1185863"/>
            <a:ext cx="3057525" cy="56324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5pPr>
          </a:lstStyle>
          <a:p>
            <a:pPr marL="0" lvl="0" indent="0">
              <a:buChar char="•"/>
            </a:pPr>
            <a:r>
              <a:rPr sz="1800"/>
              <a:t>Preproposal Conference</a:t>
            </a:r>
            <a:endParaRPr sz="1800"/>
          </a:p>
          <a:p>
            <a:pPr marL="0" lvl="0" indent="0">
              <a:buChar char="•"/>
            </a:pPr>
            <a:endParaRPr sz="1800"/>
          </a:p>
          <a:p>
            <a:pPr marL="0" lvl="0" indent="0">
              <a:buChar char="•"/>
            </a:pPr>
            <a:r>
              <a:rPr sz="1800"/>
              <a:t>Advertising Requirements</a:t>
            </a:r>
            <a:endParaRPr sz="1800"/>
          </a:p>
          <a:p>
            <a:pPr marL="0" lvl="0" indent="0"/>
            <a:endParaRPr sz="1800"/>
          </a:p>
          <a:p>
            <a:pPr marL="0" lvl="0" indent="0">
              <a:buChar char="•"/>
            </a:pPr>
            <a:r>
              <a:rPr sz="1800"/>
              <a:t>Solicitation Format</a:t>
            </a:r>
            <a:endParaRPr sz="1800"/>
          </a:p>
          <a:p>
            <a:pPr marL="457200" lvl="1" indent="0">
              <a:buChar char="•"/>
            </a:pPr>
            <a:r>
              <a:rPr sz="1800"/>
              <a:t>Non-Commercial Items</a:t>
            </a:r>
            <a:endParaRPr sz="1800"/>
          </a:p>
          <a:p>
            <a:pPr marL="457200" lvl="1" indent="0">
              <a:buChar char="•"/>
            </a:pPr>
            <a:r>
              <a:rPr sz="1800"/>
              <a:t>Commercial Items</a:t>
            </a:r>
            <a:endParaRPr sz="1800"/>
          </a:p>
          <a:p>
            <a:pPr marL="457200" lvl="1" indent="0">
              <a:buChar char="•"/>
            </a:pPr>
            <a:r>
              <a:rPr sz="1800"/>
              <a:t>What - When</a:t>
            </a:r>
            <a:endParaRPr sz="1800"/>
          </a:p>
          <a:p>
            <a:pPr marL="457200" lvl="1" indent="0">
              <a:buChar char="•"/>
            </a:pPr>
            <a:r>
              <a:rPr sz="1800"/>
              <a:t>Where – How</a:t>
            </a:r>
            <a:endParaRPr sz="1800"/>
          </a:p>
          <a:p>
            <a:pPr marL="457200" lvl="1" indent="0">
              <a:buChar char="•"/>
            </a:pPr>
            <a:r>
              <a:rPr sz="1800"/>
              <a:t>Terms &amp; Conditions</a:t>
            </a:r>
            <a:endParaRPr sz="1800"/>
          </a:p>
          <a:p>
            <a:pPr marL="457200" lvl="1" indent="0"/>
            <a:endParaRPr sz="1800"/>
          </a:p>
          <a:p>
            <a:pPr marL="0" lvl="0" indent="0">
              <a:buChar char="•"/>
            </a:pPr>
            <a:r>
              <a:rPr sz="1800"/>
              <a:t>Evaluation of:</a:t>
            </a:r>
            <a:endParaRPr sz="1800"/>
          </a:p>
          <a:p>
            <a:pPr marL="457200" lvl="1" indent="0">
              <a:buChar char="•"/>
            </a:pPr>
            <a:r>
              <a:rPr sz="1800"/>
              <a:t>Quote/Bid/Proposal</a:t>
            </a:r>
            <a:endParaRPr sz="1800"/>
          </a:p>
          <a:p>
            <a:pPr marL="0" lvl="0" indent="0">
              <a:buChar char="•"/>
            </a:pPr>
            <a:endParaRPr sz="1800"/>
          </a:p>
          <a:p>
            <a:pPr marL="0" lvl="0" indent="0">
              <a:buChar char="•"/>
            </a:pPr>
            <a:r>
              <a:rPr sz="1800"/>
              <a:t>Contract Award</a:t>
            </a:r>
            <a:endParaRPr sz="1800"/>
          </a:p>
          <a:p>
            <a:pPr marL="457200" lvl="1" indent="0">
              <a:buChar char="•"/>
            </a:pPr>
            <a:r>
              <a:rPr sz="1800"/>
              <a:t>Responsive to Rqt</a:t>
            </a:r>
            <a:r>
              <a:rPr lang="ja-JP" altLang="en-US" sz="1800"/>
              <a:t>’</a:t>
            </a:r>
            <a:r>
              <a:rPr lang="en-US" altLang="ja-JP" sz="1800"/>
              <a:t>s.</a:t>
            </a:r>
            <a:endParaRPr lang="en-US" altLang="ja-JP" sz="1800"/>
          </a:p>
          <a:p>
            <a:pPr marL="457200" lvl="1" indent="0">
              <a:buChar char="•"/>
            </a:pPr>
            <a:r>
              <a:rPr lang="en-US" altLang="ja-JP" sz="1800"/>
              <a:t>Responsible Party</a:t>
            </a:r>
            <a:endParaRPr lang="en-US" altLang="ja-JP" sz="1800"/>
          </a:p>
          <a:p>
            <a:pPr marL="457200" lvl="1" indent="0">
              <a:buChar char="•"/>
            </a:pPr>
            <a:r>
              <a:rPr lang="en-US" altLang="ja-JP" sz="1800"/>
              <a:t>Fair &amp; Reasonable        Price</a:t>
            </a:r>
            <a:endParaRPr lang="en-US" altLang="ja-JP" sz="1800"/>
          </a:p>
          <a:p>
            <a:pPr marL="0" lvl="0" indent="0">
              <a:buChar char="•"/>
            </a:pPr>
            <a:r>
              <a:rPr sz="1800"/>
              <a:t>Protests</a:t>
            </a:r>
            <a:endParaRPr sz="1800"/>
          </a:p>
        </p:txBody>
      </p:sp>
      <p:sp>
        <p:nvSpPr>
          <p:cNvPr id="14345" name="Text Box 12" title=""/>
          <p:cNvSpPr txBox="1"/>
          <p:nvPr>
            <p:custDataLst>
              <p:tags r:id="rId10"/>
            </p:custDataLst>
          </p:nvPr>
        </p:nvSpPr>
        <p:spPr>
          <a:xfrm>
            <a:off x="6324600" y="1066800"/>
            <a:ext cx="2852738" cy="535463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Arial" pitchFamily="-96" charset="0"/>
                <a:ea typeface="ＭＳ Ｐゴシック" pitchFamily="-96" charset="-128"/>
              </a:defRPr>
            </a:lvl5pPr>
          </a:lstStyle>
          <a:p>
            <a:pPr marL="0" lvl="0" indent="0">
              <a:buChar char="•"/>
            </a:pPr>
            <a:r>
              <a:rPr sz="1800"/>
              <a:t>Post Award Orientation</a:t>
            </a:r>
            <a:br>
              <a:rPr sz="1800"/>
            </a:br>
            <a:r>
              <a:rPr sz="1800"/>
              <a:t>Conference</a:t>
            </a:r>
            <a:br>
              <a:rPr sz="1800"/>
            </a:br>
            <a:endParaRPr sz="1800"/>
          </a:p>
          <a:p>
            <a:pPr marL="0" lvl="0" indent="0">
              <a:buChar char="•"/>
            </a:pPr>
            <a:r>
              <a:rPr sz="1800"/>
              <a:t>Administer Special Terms</a:t>
            </a:r>
            <a:br>
              <a:rPr sz="1800"/>
            </a:br>
            <a:r>
              <a:rPr sz="1800"/>
              <a:t>&amp; Conditions</a:t>
            </a:r>
            <a:br>
              <a:rPr sz="1800"/>
            </a:br>
            <a:endParaRPr sz="1800"/>
          </a:p>
          <a:p>
            <a:pPr marL="0" lvl="0" indent="0">
              <a:buChar char="•"/>
            </a:pPr>
            <a:r>
              <a:rPr sz="1800"/>
              <a:t>Monitoring/Surveillance</a:t>
            </a:r>
            <a:br>
              <a:rPr sz="1800"/>
            </a:br>
            <a:r>
              <a:rPr sz="1800"/>
              <a:t> </a:t>
            </a:r>
            <a:endParaRPr sz="1800"/>
          </a:p>
          <a:p>
            <a:pPr marL="0" lvl="0" indent="0">
              <a:buChar char="•"/>
            </a:pPr>
            <a:r>
              <a:rPr sz="1800"/>
              <a:t>Inspection &amp; Acceptance</a:t>
            </a:r>
            <a:br>
              <a:rPr sz="1800"/>
            </a:br>
            <a:endParaRPr sz="1800"/>
          </a:p>
          <a:p>
            <a:pPr marL="0" lvl="0" indent="0">
              <a:buChar char="•"/>
            </a:pPr>
            <a:r>
              <a:rPr sz="1800"/>
              <a:t>Payment</a:t>
            </a:r>
            <a:br>
              <a:rPr sz="1800"/>
            </a:br>
            <a:endParaRPr sz="1800"/>
          </a:p>
          <a:p>
            <a:pPr marL="0" lvl="0" indent="0">
              <a:buChar char="•"/>
            </a:pPr>
            <a:r>
              <a:rPr sz="1800"/>
              <a:t>Modifications</a:t>
            </a:r>
            <a:br>
              <a:rPr sz="1800"/>
            </a:br>
            <a:endParaRPr sz="1800"/>
          </a:p>
          <a:p>
            <a:pPr marL="0" lvl="0" indent="0">
              <a:buChar char="•"/>
            </a:pPr>
            <a:r>
              <a:rPr sz="1800"/>
              <a:t>Remedies &amp; Disputes</a:t>
            </a:r>
            <a:br>
              <a:rPr sz="1800"/>
            </a:br>
            <a:endParaRPr sz="1800"/>
          </a:p>
          <a:p>
            <a:pPr marL="0" lvl="0" indent="0">
              <a:buChar char="•"/>
            </a:pPr>
            <a:r>
              <a:rPr sz="1800"/>
              <a:t>Terminations</a:t>
            </a:r>
            <a:br>
              <a:rPr sz="1800"/>
            </a:br>
            <a:endParaRPr sz="1800"/>
          </a:p>
          <a:p>
            <a:pPr marL="0" lvl="0" indent="0">
              <a:buChar char="•"/>
            </a:pPr>
            <a:r>
              <a:rPr sz="1800"/>
              <a:t>Contract Closeout</a:t>
            </a:r>
            <a:endParaRPr sz="1800"/>
          </a:p>
        </p:txBody>
      </p:sp>
    </p:spTree>
    <p:custDataLst>
      <p:tags r:id="rId11"/>
    </p:custData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PRESENTER_SHAPETEXTINFO" val="&lt;ShapeTextInfo&gt;&lt;TableIndex row=&quot;-1&quot; col=&quot;-1&quot;&gt;&lt;linesCount val=&quot;0&quot; /&gt;&lt;/TableIndex&gt;&lt;/ShapeTextInfo&gt;"/>
</p:tagLst>
</file>

<file path=ppt/tags/tag2.xml><?xml version="1.0" encoding="utf-8"?>
<p:tagLst xmlns:p="http://schemas.openxmlformats.org/presentationml/2006/main">
  <p:tag name="PRESENTER_SHAPETEXTINFO" val="&lt;ShapeTextInfo&gt;&lt;TableIndex row=&quot;-1&quot; col=&quot;-1&quot;&gt;&lt;linesCount val=&quot;0&quot; /&gt;&lt;/TableIndex&gt;&lt;/ShapeTextInfo&gt;"/>
</p:tagLst>
</file>

<file path=ppt/tags/tag3.xml><?xml version="1.0" encoding="utf-8"?>
<p:tagLst xmlns:p="http://schemas.openxmlformats.org/presentationml/2006/main">
  <p:tag name="PRESENTER_SHAPETEXTINFO" val="&lt;ShapeTextInfo&gt;&lt;TableIndex row=&quot;-1&quot; col=&quot;-1&quot;&gt;&lt;linesCount val=&quot;1&quot; /&gt;&lt;lineCharCount val=&quot;3&quot; /&gt;&lt;/TableIndex&gt;&lt;/ShapeTextInfo&gt;"/>
</p:tagLst>
</file>

<file path=ppt/tags/tag4.xml><?xml version="1.0" encoding="utf-8"?>
<p:tagLst xmlns:p="http://schemas.openxmlformats.org/presentationml/2006/main">
  <p:tag name="PRESENTER_SHAPETEXTINFO" val="&lt;ShapeTextInfo&gt;&lt;TableIndex row=&quot;-1&quot; col=&quot;-1&quot;&gt;&lt;linesCount val=&quot;1&quot; /&gt;&lt;lineCharCount val=&quot;32&quot; /&gt;&lt;/TableIndex&gt;&lt;/ShapeTextInfo&gt;"/>
</p:tagLst>
</file>

<file path=ppt/tags/tag5.xml><?xml version="1.0" encoding="utf-8"?>
<p:tagLst xmlns:p="http://schemas.openxmlformats.org/presentationml/2006/main">
  <p:tag name="PRESENTER_SHAPETEXTINFO" val="&lt;ShapeTextInfo&gt;&lt;TableIndex row=&quot;-1&quot; col=&quot;-1&quot;&gt;&lt;linesCount val=&quot;5&quot; /&gt;&lt;lineCharCount val=&quot;33&quot; /&gt;&lt;lineCharCount val=&quot;13&quot; /&gt;&lt;lineCharCount val=&quot;12&quot; /&gt;&lt;lineCharCount val=&quot;13&quot; /&gt;&lt;lineCharCount val=&quot;11&quot; /&gt;&lt;/TableIndex&gt;&lt;/ShapeTextInfo&gt;"/>
</p:tagLst>
</file>

<file path=ppt/tags/tag6.xml><?xml version="1.0" encoding="utf-8"?>
<p:tagLst xmlns:p="http://schemas.openxmlformats.org/presentationml/2006/main">
  <p:tag name="PRESENTER_SHAPETEXTINFO" val="&lt;ShapeTextInfo&gt;&lt;TableIndex row=&quot;-1&quot; col=&quot;-1&quot;&gt;&lt;linesCount val=&quot;0&quot; /&gt;&lt;/TableIndex&gt;&lt;/ShapeTextInfo&gt;"/>
</p:tagLst>
</file>

<file path=ppt/tags/tag7.xml><?xml version="1.0" encoding="utf-8"?>
<p:tagLst xmlns:p="http://schemas.openxmlformats.org/presentationml/2006/main">
  <p:tag name="PRESENTER_SHAPETEXTINFO" val="&lt;ShapeTextInfo&gt;&lt;TableIndex row=&quot;-1&quot; col=&quot;-1&quot;&gt;&lt;linesCount val=&quot;0&quot; /&gt;&lt;/TableIndex&gt;&lt;/ShapeTextInfo&gt;"/>
</p:tagLst>
</file>

<file path=ppt/tags/tag8.xml><?xml version="1.0" encoding="utf-8"?>
<p:tagLst xmlns:p="http://schemas.openxmlformats.org/presentationml/2006/main">
  <p:tag name="PRESENTER_SHAPETEXTINFO" val="&lt;ShapeTextInfo&gt;&lt;TableIndex row=&quot;-1&quot; col=&quot;-1&quot;&gt;&lt;linesCount val=&quot;1&quot; /&gt;&lt;lineCharCount val=&quot;3&quot; /&gt;&lt;/TableIndex&gt;&lt;/ShapeTextInfo&gt;"/>
</p:tagLst>
</file>

<file path=ppt/tags/tag9.xml><?xml version="1.0" encoding="utf-8"?>
<p:tagLst xmlns:p="http://schemas.openxmlformats.org/presentationml/2006/main">
  <p:tag name="PRESENTER_SHAPEINFO" val="&lt;ThreeDShapeInfo&gt;&lt;uuid val=&quot;{33eb16e4-8dcb-48e0-9a7d-93937710143e}&quot; /&gt;&lt;isInvalidForFieldText val=&quot;0&quot; /&gt;&lt;Image&gt;&lt;filename val=&quot;E:\breeze\content\944919559\4984054310-1\input\breezo\data\asimages\{33eb16e4-8dcb-48e0-9a7d-93937710143e}.png&quot; /&gt;&lt;left val=&quot;325&quot; /&gt;&lt;top val=&quot;0&quot; /&gt;&lt;width val=&quot;6&quot; /&gt;&lt;height val=&quot;720&quot; /&gt;&lt;hasText val=&quot;1&quot; /&gt;&lt;/Image&gt;&lt;/ThreeDShapeInfo&gt;"/>
</p:tagLst>
</file>

<file path=ppt/tags/tag10.xml><?xml version="1.0" encoding="utf-8"?>
<p:tagLst xmlns:p="http://schemas.openxmlformats.org/presentationml/2006/main">
  <p:tag name="PRESENTER_SHAPEINFO" val="&lt;ThreeDShapeInfo&gt;&lt;uuid val=&quot;{12e5d877-cde5-4f55-9076-669d2eb0557b}&quot; /&gt;&lt;isInvalidForFieldText val=&quot;0&quot; /&gt;&lt;Image&gt;&lt;filename val=&quot;E:\breeze\content\944919559\4984054310-1\input\breezo\data\asimages\{12e5d877-cde5-4f55-9076-669d2eb0557b}.png&quot; /&gt;&lt;left val=&quot;661&quot; /&gt;&lt;top val=&quot;0&quot; /&gt;&lt;width val=&quot;6&quot; /&gt;&lt;height val=&quot;720&quot; /&gt;&lt;hasText val=&quot;1&quot; /&gt;&lt;/Image&gt;&lt;/ThreeDShapeInfo&gt;"/>
</p:tagLst>
</file>

<file path=ppt/tags/tag11.xml><?xml version="1.0" encoding="utf-8"?>
<p:tagLst xmlns:p="http://schemas.openxmlformats.org/presentationml/2006/main">
  <p:tag name="PRESENTER_SHAPEINFO" val="&lt;ThreeDShapeInfo&gt;&lt;uuid val=&quot;{2cd9f8d6-8759-4285-ac73-7ea0e8939ebf}&quot; /&gt;&lt;isInvalidForFieldText val=&quot;0&quot; /&gt;&lt;Image&gt;&lt;filename val=&quot;E:\breeze\content\944919559\4984054310-1\input\breezo\data\asimages\{2cd9f8d6-8759-4285-ac73-7ea0e8939ebf}.png&quot; /&gt;&lt;left val=&quot;78&quot; /&gt;&lt;top val=&quot;28&quot; /&gt;&lt;width val=&quot;155&quot; /&gt;&lt;height val=&quot;70&quot; /&gt;&lt;hasText val=&quot;1&quot; /&gt;&lt;/Image&gt;&lt;/ThreeDShapeInfo&gt;"/>
  <p:tag name="PRESENTER_SHAPETEXTINFO" val="&lt;ShapeTextInfo&gt;&lt;TableIndex row=&quot;-1&quot; col=&quot;-1&quot;&gt;&lt;linesCount val=&quot;2&quot; /&gt;&lt;lineCharCount val=&quot;12&quot; /&gt;&lt;lineCharCount val=&quot;8&quot; /&gt;&lt;/TableIndex&gt;&lt;/ShapeTextInfo&gt;"/>
</p:tagLst>
</file>

<file path=ppt/tags/tag12.xml><?xml version="1.0" encoding="utf-8"?>
<p:tagLst xmlns:p="http://schemas.openxmlformats.org/presentationml/2006/main">
  <p:tag name="PRESENTER_SHAPEINFO" val="&lt;ThreeDShapeInfo&gt;&lt;uuid val=&quot;{91e768d0-8f81-4883-9a19-8fbfc91dfffa}&quot; /&gt;&lt;isInvalidForFieldText val=&quot;0&quot; /&gt;&lt;Image&gt;&lt;filename val=&quot;E:\breeze\content\944919559\4984054310-1\input\breezo\data\asimages\{91e768d0-8f81-4883-9a19-8fbfc91dfffa}.png&quot; /&gt;&lt;left val=&quot;430&quot; /&gt;&lt;top val=&quot;28&quot; /&gt;&lt;width val=&quot;141&quot; /&gt;&lt;height val=&quot;64&quot; /&gt;&lt;hasText val=&quot;1&quot; /&gt;&lt;/Image&gt;&lt;/ThreeDShapeInfo&gt;"/>
  <p:tag name="PRESENTER_SHAPETEXTINFO" val="&lt;ShapeTextInfo&gt;&lt;TableIndex row=&quot;-1&quot; col=&quot;-1&quot;&gt;&lt;linesCount val=&quot;2&quot; /&gt;&lt;lineCharCount val=&quot;9&quot; /&gt;&lt;lineCharCount val=&quot;9&quot; /&gt;&lt;/TableIndex&gt;&lt;/ShapeTextInfo&gt;"/>
</p:tagLst>
</file>

<file path=ppt/tags/tag13.xml><?xml version="1.0" encoding="utf-8"?>
<p:tagLst xmlns:p="http://schemas.openxmlformats.org/presentationml/2006/main">
  <p:tag name="PRESENTER_SHAPEINFO" val="&lt;ThreeDShapeInfo&gt;&lt;uuid val=&quot;{582ed84d-c56b-4a08-b1d0-32fa87446e2e}&quot; /&gt;&lt;isInvalidForFieldText val=&quot;0&quot; /&gt;&lt;Image&gt;&lt;filename val=&quot;E:\breeze\content\944919559\4984054310-1\input\breezo\data\asimages\{582ed84d-c56b-4a08-b1d0-32fa87446e2e}.png&quot; /&gt;&lt;left val=&quot;710&quot; /&gt;&lt;top val=&quot;28&quot; /&gt;&lt;width val=&quot;203&quot; /&gt;&lt;height val=&quot;64&quot; /&gt;&lt;hasText val=&quot;1&quot; /&gt;&lt;/Image&gt;&lt;/ThreeDShapeInfo&gt;"/>
  <p:tag name="PRESENTER_SHAPETEXTINFO" val="&lt;ShapeTextInfo&gt;&lt;TableIndex row=&quot;-1&quot; col=&quot;-1&quot;&gt;&lt;linesCount val=&quot;2&quot; /&gt;&lt;lineCharCount val=&quot;9&quot; /&gt;&lt;lineCharCount val=&quot;14&quot; /&gt;&lt;/TableIndex&gt;&lt;/ShapeTextInfo&gt;"/>
</p:tagLst>
</file>

<file path=ppt/tags/tag14.xml><?xml version="1.0" encoding="utf-8"?>
<p:tagLst xmlns:p="http://schemas.openxmlformats.org/presentationml/2006/main">
  <p:tag name="PRESENTER_SHAPEINFO" val="&lt;ThreeDShapeInfo&gt;&lt;uuid val=&quot;{e517484e-b81d-4b77-91b0-05da0aa8221c}&quot; /&gt;&lt;isInvalidForFieldText val=&quot;0&quot; /&gt;&lt;Image&gt;&lt;filename val=&quot;E:\breeze\content\944919559\4984054310-1\input\breezo\data\asimages\{e517484e-b81d-4b77-91b0-05da0aa8221c}.png&quot; /&gt;&lt;left val=&quot;18&quot; /&gt;&lt;top val=&quot;138&quot; /&gt;&lt;width val=&quot;300&quot; /&gt;&lt;height val=&quot;571&quot; /&gt;&lt;hasText val=&quot;1&quot; /&gt;&lt;/Image&gt;&lt;/ThreeDShapeInfo&gt;"/>
  <p:tag name="PRESENTER_SHAPETEXTINFO" val="&lt;ShapeTextInfo&gt;&lt;TableIndex row=&quot;-1&quot; col=&quot;-1&quot;&gt;&lt;linesCount val=&quot;14&quot; /&gt;&lt;lineCharCount val=&quot;17&quot; /&gt;&lt;lineCharCount val=&quot;27&quot; /&gt;&lt;lineCharCount val=&quot;1&quot; /&gt;&lt;lineCharCount val=&quot;23&quot; /&gt;&lt;lineCharCount val=&quot;22&quot; /&gt;&lt;lineCharCount val=&quot;23&quot; /&gt;&lt;lineCharCount val=&quot;27&quot; /&gt;&lt;lineCharCount val=&quot;15&quot; /&gt;&lt;lineCharCount val=&quot;16&quot; /&gt;&lt;lineCharCount val=&quot;15&quot; /&gt;&lt;lineCharCount val=&quot;15&quot; /&gt;&lt;lineCharCount val=&quot;17&quot; /&gt;&lt;lineCharCount val=&quot;11&quot; /&gt;&lt;lineCharCount val=&quot;16&quot; /&gt;&lt;/TableIndex&gt;&lt;/ShapeTextInfo&gt;"/>
</p:tagLst>
</file>

<file path=ppt/tags/tag15.xml><?xml version="1.0" encoding="utf-8"?>
<p:tagLst xmlns:p="http://schemas.openxmlformats.org/presentationml/2006/main">
  <p:tag name="PRESENTER_SHAPEINFO" val="&lt;ThreeDShapeInfo&gt;&lt;uuid val=&quot;{63c85ddd-e96e-4d54-9a7d-fc2018ad3f01}&quot; /&gt;&lt;isInvalidForFieldText val=&quot;0&quot; /&gt;&lt;Image&gt;&lt;filename val=&quot;E:\breeze\content\944919559\4984054310-1\input\breezo\data\asimages\{63c85ddd-e96e-4d54-9a7d-fc2018ad3f01}.png&quot; /&gt;&lt;left val=&quot;354&quot; /&gt;&lt;top val=&quot;134&quot; /&gt;&lt;width val=&quot;283&quot; /&gt;&lt;height val=&quot;585&quot; /&gt;&lt;hasText val=&quot;1&quot; /&gt;&lt;/Image&gt;&lt;/ThreeDShapeInfo&gt;"/>
  <p:tag name="PRESENTER_SHAPETEXTINFO" val="&lt;ShapeTextInfo&gt;&lt;TableIndex row=&quot;-1&quot; col=&quot;-1&quot;&gt;&lt;linesCount val=&quot;19&quot; /&gt;&lt;lineCharCount val=&quot;23&quot; /&gt;&lt;lineCharCount val=&quot;1&quot; /&gt;&lt;lineCharCount val=&quot;25&quot; /&gt;&lt;lineCharCount val=&quot;1&quot; /&gt;&lt;lineCharCount val=&quot;20&quot; /&gt;&lt;lineCharCount val=&quot;21&quot; /&gt;&lt;lineCharCount val=&quot;17&quot; /&gt;&lt;lineCharCount val=&quot;12&quot; /&gt;&lt;lineCharCount val=&quot;12&quot; /&gt;&lt;lineCharCount val=&quot;19&quot; /&gt;&lt;lineCharCount val=&quot;1&quot; /&gt;&lt;lineCharCount val=&quot;15&quot; /&gt;&lt;lineCharCount val=&quot;19&quot; /&gt;&lt;lineCharCount val=&quot;1&quot; /&gt;&lt;lineCharCount val=&quot;15&quot; /&gt;&lt;lineCharCount val=&quot;21&quot; /&gt;&lt;lineCharCount val=&quot;18&quot; /&gt;&lt;lineCharCount val=&quot;31&quot; /&gt;&lt;lineCharCount val=&quot;8&quot; /&gt;&lt;/TableIndex&gt;&lt;/ShapeTextInfo&gt;"/>
</p:tagLst>
</file>

<file path=ppt/tags/tag16.xml><?xml version="1.0" encoding="utf-8"?>
<p:tagLst xmlns:p="http://schemas.openxmlformats.org/presentationml/2006/main">
  <p:tag name="PRESENTER_SHAPEINFO" val="&lt;ThreeDShapeInfo&gt;&lt;uuid val=&quot;{8510c2b9-f076-4ecb-b69f-0ccdea8365ea}&quot; /&gt;&lt;isInvalidForFieldText val=&quot;0&quot; /&gt;&lt;Image&gt;&lt;filename val=&quot;E:\breeze\content\944919559\4984054310-1\input\breezo\data\asimages\{8510c2b9-f076-4ecb-b69f-0ccdea8365ea}.png&quot; /&gt;&lt;left val=&quot;674&quot; /&gt;&lt;top val=&quot;122&quot; /&gt;&lt;width val=&quot;279&quot; /&gt;&lt;height val=&quot;538&quot; /&gt;&lt;hasText val=&quot;1&quot; /&gt;&lt;/Image&gt;&lt;/ThreeDShapeInfo&gt;"/>
  <p:tag name="PRESENTER_SHAPETEXTINFO" val="&lt;ShapeTextInfo&gt;&lt;TableIndex row=&quot;-1&quot; col=&quot;-1&quot;&gt;&lt;linesCount val=&quot;9&quot; /&gt;&lt;lineCharCount val=&quot;35&quot; /&gt;&lt;lineCharCount val=&quot;39&quot; /&gt;&lt;lineCharCount val=&quot;26&quot; /&gt;&lt;lineCharCount val=&quot;25&quot; /&gt;&lt;lineCharCount val=&quot;9&quot; /&gt;&lt;lineCharCount val=&quot;15&quot; /&gt;&lt;lineCharCount val=&quot;21&quot; /&gt;&lt;lineCharCount val=&quot;14&quot; /&gt;&lt;lineCharCount val=&quot;17&quot; /&gt;&lt;/TableIndex&gt;&lt;/ShapeTextInfo&gt;"/>
</p:tagLst>
</file>

<file path=ppt/tags/tag17.xml><?xml version="1.0" encoding="utf-8"?>
<p:tagLst xmlns:p="http://schemas.openxmlformats.org/presentationml/2006/main">
  <p:tag name="HTML_SHAPEINFO" val="&lt;SlideThumbPath val=&quot;SlideTemp.PNG&quot;/&gt;"/>
</p:tagLst>
</file>

<file path=ppt/tags/tag18.xml><?xml version="1.0" encoding="utf-8"?>
<p:tagLst xmlns:p="http://schemas.openxmlformats.org/presentationml/2006/main">
  <p:tag name="AS_NET" val="4.0.30319.42000"/>
  <p:tag name="AS_OS" val="Microsoft Windows NT 6.2.9200.0"/>
  <p:tag name="AS_RELEASE_DATE" val="2023.08.14"/>
  <p:tag name="AS_TITLE" val="Aspose.Slides for .NET 4.0"/>
  <p:tag name="AS_VERSION" val="23.8"/>
</p:tagLst>
</file>

<file path=ppt/theme/theme1.xml><?xml version="1.0" encoding="utf-8"?>
<a:theme xmlns:r="http://schemas.openxmlformats.org/officeDocument/2006/relationships"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0" charset="0"/>
            <a:ea typeface="ＭＳ Ｐゴシック" pitchFamily="-110" charset="-128"/>
            <a:cs typeface="ＭＳ Ｐゴシック" pitchFamily="-11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0" charset="0"/>
            <a:ea typeface="ＭＳ Ｐゴシック" pitchFamily="-110" charset="-128"/>
            <a:cs typeface="ＭＳ Ｐゴシック" pitchFamily="-110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r="http://schemas.openxmlformats.org/officeDocument/2006/relationships"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:vt="http://schemas.openxmlformats.org/officeDocument/2006/docPropsVTypes" xmlns="http://schemas.openxmlformats.org/officeDocument/2006/extended-properties">
  <Company>Gassman Consulting, Inc.</Company>
  <PresentationFormat>On-screen Show (4:3)</PresentationFormat>
  <Paragraphs>43</Paragraphs>
  <Slides>1</Slides>
  <Notes>1</Notes>
  <TotalTime>875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ＭＳ Ｐゴシック</vt:lpstr>
      <vt:lpstr>Calibri</vt:lpstr>
      <vt:lpstr>Blank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23.0800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Thad Gassman</dc:creator>
  <cp:lastModifiedBy>Thad Gassman</cp:lastModifiedBy>
  <cp:revision>21</cp:revision>
  <cp:lastPrinted>2010-05-25T11:52:44.619</cp:lastPrinted>
  <dcterms:created xsi:type="dcterms:W3CDTF">2010-03-31T22:58:43Z</dcterms:created>
  <dcterms:modified xsi:type="dcterms:W3CDTF">2024-11-26T22:45:56Z</dcterms:modified>
</cp:coreProperties>
</file>